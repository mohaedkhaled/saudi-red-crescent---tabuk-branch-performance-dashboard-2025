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57" r:id="rId3"/>
    <p:sldId id="258" r:id="rId4"/>
    <p:sldId id="256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1B1F42"/>
    <a:srgbClr val="FFFFFF"/>
    <a:srgbClr val="EFF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37F4B-6A7D-4468-9189-045E8033F0BF}" v="23" dt="2025-08-29T22:07:00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rahman Samhan" userId="a27fdef2-9152-4a86-a46d-941a09402d9a" providerId="ADAL" clId="{85E7BF5E-A90C-4169-BC15-731116FFFE7C}"/>
    <pc:docChg chg="undo redo custSel addSld delSld modSld sldOrd">
      <pc:chgData name="Abdulrahman Samhan" userId="a27fdef2-9152-4a86-a46d-941a09402d9a" providerId="ADAL" clId="{85E7BF5E-A90C-4169-BC15-731116FFFE7C}" dt="2025-08-29T22:27:53.617" v="132" actId="14100"/>
      <pc:docMkLst>
        <pc:docMk/>
      </pc:docMkLst>
      <pc:sldChg chg="addSp modSp add mod ord">
        <pc:chgData name="Abdulrahman Samhan" userId="a27fdef2-9152-4a86-a46d-941a09402d9a" providerId="ADAL" clId="{85E7BF5E-A90C-4169-BC15-731116FFFE7C}" dt="2025-08-29T00:18:36.069" v="43" actId="14100"/>
        <pc:sldMkLst>
          <pc:docMk/>
          <pc:sldMk cId="454616230" sldId="260"/>
        </pc:sldMkLst>
        <pc:spChg chg="add mod">
          <ac:chgData name="Abdulrahman Samhan" userId="a27fdef2-9152-4a86-a46d-941a09402d9a" providerId="ADAL" clId="{85E7BF5E-A90C-4169-BC15-731116FFFE7C}" dt="2025-08-28T22:01:51.268" v="41" actId="14100"/>
          <ac:spMkLst>
            <pc:docMk/>
            <pc:sldMk cId="454616230" sldId="260"/>
            <ac:spMk id="2" creationId="{3058429C-2A4C-B5DF-89E4-36A65AE84458}"/>
          </ac:spMkLst>
        </pc:spChg>
        <pc:spChg chg="mod">
          <ac:chgData name="Abdulrahman Samhan" userId="a27fdef2-9152-4a86-a46d-941a09402d9a" providerId="ADAL" clId="{85E7BF5E-A90C-4169-BC15-731116FFFE7C}" dt="2025-08-28T20:50:09.040" v="36" actId="1076"/>
          <ac:spMkLst>
            <pc:docMk/>
            <pc:sldMk cId="454616230" sldId="260"/>
            <ac:spMk id="3" creationId="{432A0F32-3EB1-33D5-5E52-EE80D0241F4D}"/>
          </ac:spMkLst>
        </pc:spChg>
        <pc:spChg chg="mod">
          <ac:chgData name="Abdulrahman Samhan" userId="a27fdef2-9152-4a86-a46d-941a09402d9a" providerId="ADAL" clId="{85E7BF5E-A90C-4169-BC15-731116FFFE7C}" dt="2025-08-28T22:01:45.975" v="40" actId="14100"/>
          <ac:spMkLst>
            <pc:docMk/>
            <pc:sldMk cId="454616230" sldId="260"/>
            <ac:spMk id="4" creationId="{B3A9DF29-2F5F-AEC1-9B1C-0E6252DCCA68}"/>
          </ac:spMkLst>
        </pc:spChg>
        <pc:spChg chg="mod">
          <ac:chgData name="Abdulrahman Samhan" userId="a27fdef2-9152-4a86-a46d-941a09402d9a" providerId="ADAL" clId="{85E7BF5E-A90C-4169-BC15-731116FFFE7C}" dt="2025-08-29T00:18:36.069" v="43" actId="14100"/>
          <ac:spMkLst>
            <pc:docMk/>
            <pc:sldMk cId="454616230" sldId="260"/>
            <ac:spMk id="5" creationId="{16844112-F863-897C-FD08-E1E570E74ACF}"/>
          </ac:spMkLst>
        </pc:spChg>
        <pc:spChg chg="mod">
          <ac:chgData name="Abdulrahman Samhan" userId="a27fdef2-9152-4a86-a46d-941a09402d9a" providerId="ADAL" clId="{85E7BF5E-A90C-4169-BC15-731116FFFE7C}" dt="2025-08-28T22:01:39.245" v="38" actId="14100"/>
          <ac:spMkLst>
            <pc:docMk/>
            <pc:sldMk cId="454616230" sldId="260"/>
            <ac:spMk id="6" creationId="{1BAA6B7C-A959-0E4D-55CB-60875211A121}"/>
          </ac:spMkLst>
        </pc:spChg>
        <pc:spChg chg="mod">
          <ac:chgData name="Abdulrahman Samhan" userId="a27fdef2-9152-4a86-a46d-941a09402d9a" providerId="ADAL" clId="{85E7BF5E-A90C-4169-BC15-731116FFFE7C}" dt="2025-08-28T22:01:42.509" v="39" actId="14100"/>
          <ac:spMkLst>
            <pc:docMk/>
            <pc:sldMk cId="454616230" sldId="260"/>
            <ac:spMk id="8" creationId="{D1BB1E95-DA22-0205-9236-AAD0767766DA}"/>
          </ac:spMkLst>
        </pc:spChg>
      </pc:sldChg>
      <pc:sldChg chg="addSp delSp modSp add mod">
        <pc:chgData name="Abdulrahman Samhan" userId="a27fdef2-9152-4a86-a46d-941a09402d9a" providerId="ADAL" clId="{85E7BF5E-A90C-4169-BC15-731116FFFE7C}" dt="2025-08-29T17:34:18.010" v="109" actId="14100"/>
        <pc:sldMkLst>
          <pc:docMk/>
          <pc:sldMk cId="2394064461" sldId="261"/>
        </pc:sldMkLst>
        <pc:spChg chg="mod">
          <ac:chgData name="Abdulrahman Samhan" userId="a27fdef2-9152-4a86-a46d-941a09402d9a" providerId="ADAL" clId="{85E7BF5E-A90C-4169-BC15-731116FFFE7C}" dt="2025-08-29T17:24:59.953" v="88" actId="14100"/>
          <ac:spMkLst>
            <pc:docMk/>
            <pc:sldMk cId="2394064461" sldId="261"/>
            <ac:spMk id="2" creationId="{8BDEA507-DCFA-37E2-A7F6-DD73539344C3}"/>
          </ac:spMkLst>
        </pc:spChg>
        <pc:spChg chg="mod">
          <ac:chgData name="Abdulrahman Samhan" userId="a27fdef2-9152-4a86-a46d-941a09402d9a" providerId="ADAL" clId="{85E7BF5E-A90C-4169-BC15-731116FFFE7C}" dt="2025-08-29T17:34:18.010" v="109" actId="14100"/>
          <ac:spMkLst>
            <pc:docMk/>
            <pc:sldMk cId="2394064461" sldId="261"/>
            <ac:spMk id="3" creationId="{688B7BD3-81E8-395F-352B-1F1C10C27C74}"/>
          </ac:spMkLst>
        </pc:spChg>
        <pc:spChg chg="mod">
          <ac:chgData name="Abdulrahman Samhan" userId="a27fdef2-9152-4a86-a46d-941a09402d9a" providerId="ADAL" clId="{85E7BF5E-A90C-4169-BC15-731116FFFE7C}" dt="2025-08-29T17:24:54.455" v="86" actId="14100"/>
          <ac:spMkLst>
            <pc:docMk/>
            <pc:sldMk cId="2394064461" sldId="261"/>
            <ac:spMk id="4" creationId="{38A6D961-4C74-6510-352A-F7CA2FAD3E6F}"/>
          </ac:spMkLst>
        </pc:spChg>
        <pc:spChg chg="del">
          <ac:chgData name="Abdulrahman Samhan" userId="a27fdef2-9152-4a86-a46d-941a09402d9a" providerId="ADAL" clId="{85E7BF5E-A90C-4169-BC15-731116FFFE7C}" dt="2025-08-29T17:17:40.822" v="47" actId="478"/>
          <ac:spMkLst>
            <pc:docMk/>
            <pc:sldMk cId="2394064461" sldId="261"/>
            <ac:spMk id="5" creationId="{5C0B682E-D819-B77C-C296-EEE4033DE27C}"/>
          </ac:spMkLst>
        </pc:spChg>
        <pc:spChg chg="mod">
          <ac:chgData name="Abdulrahman Samhan" userId="a27fdef2-9152-4a86-a46d-941a09402d9a" providerId="ADAL" clId="{85E7BF5E-A90C-4169-BC15-731116FFFE7C}" dt="2025-08-29T17:24:51.553" v="85" actId="14100"/>
          <ac:spMkLst>
            <pc:docMk/>
            <pc:sldMk cId="2394064461" sldId="261"/>
            <ac:spMk id="6" creationId="{F22B1A7C-A696-2D9A-3396-CE5E298B7370}"/>
          </ac:spMkLst>
        </pc:spChg>
        <pc:spChg chg="add mod">
          <ac:chgData name="Abdulrahman Samhan" userId="a27fdef2-9152-4a86-a46d-941a09402d9a" providerId="ADAL" clId="{85E7BF5E-A90C-4169-BC15-731116FFFE7C}" dt="2025-08-29T17:33:58.161" v="106" actId="554"/>
          <ac:spMkLst>
            <pc:docMk/>
            <pc:sldMk cId="2394064461" sldId="261"/>
            <ac:spMk id="7" creationId="{49503C07-B161-304E-5EB3-0FA5E24D010A}"/>
          </ac:spMkLst>
        </pc:spChg>
        <pc:spChg chg="mod">
          <ac:chgData name="Abdulrahman Samhan" userId="a27fdef2-9152-4a86-a46d-941a09402d9a" providerId="ADAL" clId="{85E7BF5E-A90C-4169-BC15-731116FFFE7C}" dt="2025-08-29T17:24:57.049" v="87" actId="14100"/>
          <ac:spMkLst>
            <pc:docMk/>
            <pc:sldMk cId="2394064461" sldId="261"/>
            <ac:spMk id="8" creationId="{CA4E02B3-6DF5-5574-5CF2-1BE6D7574016}"/>
          </ac:spMkLst>
        </pc:spChg>
        <pc:spChg chg="add mod">
          <ac:chgData name="Abdulrahman Samhan" userId="a27fdef2-9152-4a86-a46d-941a09402d9a" providerId="ADAL" clId="{85E7BF5E-A90C-4169-BC15-731116FFFE7C}" dt="2025-08-29T17:33:58.161" v="106" actId="554"/>
          <ac:spMkLst>
            <pc:docMk/>
            <pc:sldMk cId="2394064461" sldId="261"/>
            <ac:spMk id="9" creationId="{6A49542C-4CAB-D602-08FA-585F8C68E141}"/>
          </ac:spMkLst>
        </pc:spChg>
        <pc:spChg chg="add mod">
          <ac:chgData name="Abdulrahman Samhan" userId="a27fdef2-9152-4a86-a46d-941a09402d9a" providerId="ADAL" clId="{85E7BF5E-A90C-4169-BC15-731116FFFE7C}" dt="2025-08-29T17:33:58.161" v="106" actId="554"/>
          <ac:spMkLst>
            <pc:docMk/>
            <pc:sldMk cId="2394064461" sldId="261"/>
            <ac:spMk id="10" creationId="{2B79FE1A-B1FE-2802-7596-4764F3636EA9}"/>
          </ac:spMkLst>
        </pc:spChg>
        <pc:spChg chg="add mod">
          <ac:chgData name="Abdulrahman Samhan" userId="a27fdef2-9152-4a86-a46d-941a09402d9a" providerId="ADAL" clId="{85E7BF5E-A90C-4169-BC15-731116FFFE7C}" dt="2025-08-29T17:19:35.823" v="77" actId="14100"/>
          <ac:spMkLst>
            <pc:docMk/>
            <pc:sldMk cId="2394064461" sldId="261"/>
            <ac:spMk id="11" creationId="{68B2C39D-E936-4262-AFB2-3A41DCC2B8C5}"/>
          </ac:spMkLst>
        </pc:spChg>
        <pc:spChg chg="add mod">
          <ac:chgData name="Abdulrahman Samhan" userId="a27fdef2-9152-4a86-a46d-941a09402d9a" providerId="ADAL" clId="{85E7BF5E-A90C-4169-BC15-731116FFFE7C}" dt="2025-08-29T17:33:06.714" v="98" actId="571"/>
          <ac:spMkLst>
            <pc:docMk/>
            <pc:sldMk cId="2394064461" sldId="261"/>
            <ac:spMk id="12" creationId="{EF6B3630-3BDE-1B6E-40CC-89C47920D13C}"/>
          </ac:spMkLst>
        </pc:spChg>
        <pc:spChg chg="add mod">
          <ac:chgData name="Abdulrahman Samhan" userId="a27fdef2-9152-4a86-a46d-941a09402d9a" providerId="ADAL" clId="{85E7BF5E-A90C-4169-BC15-731116FFFE7C}" dt="2025-08-29T17:33:06.714" v="98" actId="571"/>
          <ac:spMkLst>
            <pc:docMk/>
            <pc:sldMk cId="2394064461" sldId="261"/>
            <ac:spMk id="13" creationId="{3D819361-9173-7EBA-23C8-DF7A01CEBB46}"/>
          </ac:spMkLst>
        </pc:spChg>
      </pc:sldChg>
      <pc:sldChg chg="add del setBg">
        <pc:chgData name="Abdulrahman Samhan" userId="a27fdef2-9152-4a86-a46d-941a09402d9a" providerId="ADAL" clId="{85E7BF5E-A90C-4169-BC15-731116FFFE7C}" dt="2025-08-29T17:17:33.908" v="45"/>
        <pc:sldMkLst>
          <pc:docMk/>
          <pc:sldMk cId="3484937631" sldId="261"/>
        </pc:sldMkLst>
      </pc:sldChg>
      <pc:sldChg chg="addSp modSp add mod">
        <pc:chgData name="Abdulrahman Samhan" userId="a27fdef2-9152-4a86-a46d-941a09402d9a" providerId="ADAL" clId="{85E7BF5E-A90C-4169-BC15-731116FFFE7C}" dt="2025-08-29T22:27:53.617" v="132" actId="14100"/>
        <pc:sldMkLst>
          <pc:docMk/>
          <pc:sldMk cId="429736704" sldId="262"/>
        </pc:sldMkLst>
        <pc:spChg chg="mod">
          <ac:chgData name="Abdulrahman Samhan" userId="a27fdef2-9152-4a86-a46d-941a09402d9a" providerId="ADAL" clId="{85E7BF5E-A90C-4169-BC15-731116FFFE7C}" dt="2025-08-29T22:07:42.214" v="128" actId="14100"/>
          <ac:spMkLst>
            <pc:docMk/>
            <pc:sldMk cId="429736704" sldId="262"/>
            <ac:spMk id="2" creationId="{B77E5E31-D735-EE61-97BB-5A9BE87AB798}"/>
          </ac:spMkLst>
        </pc:spChg>
        <pc:spChg chg="mod">
          <ac:chgData name="Abdulrahman Samhan" userId="a27fdef2-9152-4a86-a46d-941a09402d9a" providerId="ADAL" clId="{85E7BF5E-A90C-4169-BC15-731116FFFE7C}" dt="2025-08-29T22:06:37.762" v="112" actId="14100"/>
          <ac:spMkLst>
            <pc:docMk/>
            <pc:sldMk cId="429736704" sldId="262"/>
            <ac:spMk id="3" creationId="{C7686665-8D9E-1176-25B0-62D989DF60D6}"/>
          </ac:spMkLst>
        </pc:spChg>
        <pc:spChg chg="mod">
          <ac:chgData name="Abdulrahman Samhan" userId="a27fdef2-9152-4a86-a46d-941a09402d9a" providerId="ADAL" clId="{85E7BF5E-A90C-4169-BC15-731116FFFE7C}" dt="2025-08-29T22:07:21.156" v="121" actId="14100"/>
          <ac:spMkLst>
            <pc:docMk/>
            <pc:sldMk cId="429736704" sldId="262"/>
            <ac:spMk id="4" creationId="{91AF37A7-1F4F-C423-9273-69A5B040C258}"/>
          </ac:spMkLst>
        </pc:spChg>
        <pc:spChg chg="add mod">
          <ac:chgData name="Abdulrahman Samhan" userId="a27fdef2-9152-4a86-a46d-941a09402d9a" providerId="ADAL" clId="{85E7BF5E-A90C-4169-BC15-731116FFFE7C}" dt="2025-08-29T22:07:00.272" v="117" actId="571"/>
          <ac:spMkLst>
            <pc:docMk/>
            <pc:sldMk cId="429736704" sldId="262"/>
            <ac:spMk id="5" creationId="{87FB0E82-46AC-0811-E7AC-184939982AE4}"/>
          </ac:spMkLst>
        </pc:spChg>
        <pc:spChg chg="mod">
          <ac:chgData name="Abdulrahman Samhan" userId="a27fdef2-9152-4a86-a46d-941a09402d9a" providerId="ADAL" clId="{85E7BF5E-A90C-4169-BC15-731116FFFE7C}" dt="2025-08-29T22:07:25.171" v="124" actId="14100"/>
          <ac:spMkLst>
            <pc:docMk/>
            <pc:sldMk cId="429736704" sldId="262"/>
            <ac:spMk id="6" creationId="{1179BE17-B396-F0E5-CBA2-6284A7C9C195}"/>
          </ac:spMkLst>
        </pc:spChg>
        <pc:spChg chg="mod">
          <ac:chgData name="Abdulrahman Samhan" userId="a27fdef2-9152-4a86-a46d-941a09402d9a" providerId="ADAL" clId="{85E7BF5E-A90C-4169-BC15-731116FFFE7C}" dt="2025-08-29T22:07:12.356" v="120" actId="408"/>
          <ac:spMkLst>
            <pc:docMk/>
            <pc:sldMk cId="429736704" sldId="262"/>
            <ac:spMk id="7" creationId="{9F1BAFA2-1C74-7A9B-1582-5CF9D8EEFB5D}"/>
          </ac:spMkLst>
        </pc:spChg>
        <pc:spChg chg="mod">
          <ac:chgData name="Abdulrahman Samhan" userId="a27fdef2-9152-4a86-a46d-941a09402d9a" providerId="ADAL" clId="{85E7BF5E-A90C-4169-BC15-731116FFFE7C}" dt="2025-08-29T22:27:50.243" v="131" actId="14100"/>
          <ac:spMkLst>
            <pc:docMk/>
            <pc:sldMk cId="429736704" sldId="262"/>
            <ac:spMk id="8" creationId="{C6C412F6-B046-ACCF-5C4A-E7CC6E101E0B}"/>
          </ac:spMkLst>
        </pc:spChg>
        <pc:spChg chg="mod">
          <ac:chgData name="Abdulrahman Samhan" userId="a27fdef2-9152-4a86-a46d-941a09402d9a" providerId="ADAL" clId="{85E7BF5E-A90C-4169-BC15-731116FFFE7C}" dt="2025-08-29T22:07:12.356" v="120" actId="408"/>
          <ac:spMkLst>
            <pc:docMk/>
            <pc:sldMk cId="429736704" sldId="262"/>
            <ac:spMk id="9" creationId="{A2A3D035-5FA1-8FF9-C8DE-73A78712D834}"/>
          </ac:spMkLst>
        </pc:spChg>
        <pc:spChg chg="mod">
          <ac:chgData name="Abdulrahman Samhan" userId="a27fdef2-9152-4a86-a46d-941a09402d9a" providerId="ADAL" clId="{85E7BF5E-A90C-4169-BC15-731116FFFE7C}" dt="2025-08-29T22:07:02.856" v="119" actId="14100"/>
          <ac:spMkLst>
            <pc:docMk/>
            <pc:sldMk cId="429736704" sldId="262"/>
            <ac:spMk id="10" creationId="{4C5211DA-9476-AA22-F02B-11FD67B6E8A5}"/>
          </ac:spMkLst>
        </pc:spChg>
        <pc:spChg chg="mod">
          <ac:chgData name="Abdulrahman Samhan" userId="a27fdef2-9152-4a86-a46d-941a09402d9a" providerId="ADAL" clId="{85E7BF5E-A90C-4169-BC15-731116FFFE7C}" dt="2025-08-29T22:27:53.617" v="132" actId="14100"/>
          <ac:spMkLst>
            <pc:docMk/>
            <pc:sldMk cId="429736704" sldId="262"/>
            <ac:spMk id="11" creationId="{412B5B42-76EC-FBAD-96E0-5F42C6403F77}"/>
          </ac:spMkLst>
        </pc:spChg>
        <pc:spChg chg="add mod">
          <ac:chgData name="Abdulrahman Samhan" userId="a27fdef2-9152-4a86-a46d-941a09402d9a" providerId="ADAL" clId="{85E7BF5E-A90C-4169-BC15-731116FFFE7C}" dt="2025-08-29T22:07:00.272" v="117" actId="571"/>
          <ac:spMkLst>
            <pc:docMk/>
            <pc:sldMk cId="429736704" sldId="262"/>
            <ac:spMk id="12" creationId="{9B65AF6D-0579-E5DC-0C63-AC9CE18F3C47}"/>
          </ac:spMkLst>
        </pc:spChg>
        <pc:spChg chg="add mod">
          <ac:chgData name="Abdulrahman Samhan" userId="a27fdef2-9152-4a86-a46d-941a09402d9a" providerId="ADAL" clId="{85E7BF5E-A90C-4169-BC15-731116FFFE7C}" dt="2025-08-29T22:07:00.272" v="117" actId="571"/>
          <ac:spMkLst>
            <pc:docMk/>
            <pc:sldMk cId="429736704" sldId="262"/>
            <ac:spMk id="13" creationId="{472EFD80-6C5D-3C40-ECD9-09E30126FEF1}"/>
          </ac:spMkLst>
        </pc:spChg>
        <pc:spChg chg="add mod">
          <ac:chgData name="Abdulrahman Samhan" userId="a27fdef2-9152-4a86-a46d-941a09402d9a" providerId="ADAL" clId="{85E7BF5E-A90C-4169-BC15-731116FFFE7C}" dt="2025-08-29T22:07:00.272" v="117" actId="571"/>
          <ac:spMkLst>
            <pc:docMk/>
            <pc:sldMk cId="429736704" sldId="262"/>
            <ac:spMk id="14" creationId="{E94C23BE-5BF7-6AB3-151D-C6735B4FF3B4}"/>
          </ac:spMkLst>
        </pc:spChg>
      </pc:sldChg>
    </pc:docChg>
  </pc:docChgLst>
  <pc:docChgLst>
    <pc:chgData name="Abdulrahman Samhan" userId="a27fdef2-9152-4a86-a46d-941a09402d9a" providerId="ADAL" clId="{0D037F4B-6A7D-4468-9189-045E8033F0BF}"/>
    <pc:docChg chg="undo custSel addSld delSld modSld sldOrd">
      <pc:chgData name="Abdulrahman Samhan" userId="a27fdef2-9152-4a86-a46d-941a09402d9a" providerId="ADAL" clId="{0D037F4B-6A7D-4468-9189-045E8033F0BF}" dt="2025-08-27T13:12:50.665" v="194" actId="108"/>
      <pc:docMkLst>
        <pc:docMk/>
      </pc:docMkLst>
      <pc:sldChg chg="addSp delSp modSp new mod ord">
        <pc:chgData name="Abdulrahman Samhan" userId="a27fdef2-9152-4a86-a46d-941a09402d9a" providerId="ADAL" clId="{0D037F4B-6A7D-4468-9189-045E8033F0BF}" dt="2025-08-27T13:12:50.665" v="194" actId="108"/>
        <pc:sldMkLst>
          <pc:docMk/>
          <pc:sldMk cId="1806250614" sldId="256"/>
        </pc:sldMkLst>
        <pc:spChg chg="add mod">
          <ac:chgData name="Abdulrahman Samhan" userId="a27fdef2-9152-4a86-a46d-941a09402d9a" providerId="ADAL" clId="{0D037F4B-6A7D-4468-9189-045E8033F0BF}" dt="2025-08-26T11:56:08.837" v="53" actId="207"/>
          <ac:spMkLst>
            <pc:docMk/>
            <pc:sldMk cId="1806250614" sldId="256"/>
            <ac:spMk id="2" creationId="{57478896-BB8D-13A2-130E-A4C20233D779}"/>
          </ac:spMkLst>
        </pc:spChg>
        <pc:spChg chg="add mod">
          <ac:chgData name="Abdulrahman Samhan" userId="a27fdef2-9152-4a86-a46d-941a09402d9a" providerId="ADAL" clId="{0D037F4B-6A7D-4468-9189-045E8033F0BF}" dt="2025-08-27T13:10:32.086" v="185" actId="14861"/>
          <ac:spMkLst>
            <pc:docMk/>
            <pc:sldMk cId="1806250614" sldId="256"/>
            <ac:spMk id="3" creationId="{1696D06E-C41C-228C-F2CA-4351675B3E1C}"/>
          </ac:spMkLst>
        </pc:spChg>
        <pc:spChg chg="add mod">
          <ac:chgData name="Abdulrahman Samhan" userId="a27fdef2-9152-4a86-a46d-941a09402d9a" providerId="ADAL" clId="{0D037F4B-6A7D-4468-9189-045E8033F0BF}" dt="2025-08-27T13:12:45.592" v="192" actId="14861"/>
          <ac:spMkLst>
            <pc:docMk/>
            <pc:sldMk cId="1806250614" sldId="256"/>
            <ac:spMk id="4" creationId="{B3AD6827-2F66-FCFB-CCC3-F839068EF6E5}"/>
          </ac:spMkLst>
        </pc:spChg>
        <pc:spChg chg="add mod">
          <ac:chgData name="Abdulrahman Samhan" userId="a27fdef2-9152-4a86-a46d-941a09402d9a" providerId="ADAL" clId="{0D037F4B-6A7D-4468-9189-045E8033F0BF}" dt="2025-08-27T13:12:48.100" v="193" actId="108"/>
          <ac:spMkLst>
            <pc:docMk/>
            <pc:sldMk cId="1806250614" sldId="256"/>
            <ac:spMk id="5" creationId="{5EF8DC76-8E6B-570B-07B5-979F9D592784}"/>
          </ac:spMkLst>
        </pc:spChg>
        <pc:spChg chg="add mod">
          <ac:chgData name="Abdulrahman Samhan" userId="a27fdef2-9152-4a86-a46d-941a09402d9a" providerId="ADAL" clId="{0D037F4B-6A7D-4468-9189-045E8033F0BF}" dt="2025-08-27T13:12:50.665" v="194" actId="108"/>
          <ac:spMkLst>
            <pc:docMk/>
            <pc:sldMk cId="1806250614" sldId="256"/>
            <ac:spMk id="8" creationId="{3C323D09-E61D-CAED-5891-2C4C7611C234}"/>
          </ac:spMkLst>
        </pc:spChg>
      </pc:sldChg>
      <pc:sldChg chg="delSp modSp add mod">
        <pc:chgData name="Abdulrahman Samhan" userId="a27fdef2-9152-4a86-a46d-941a09402d9a" providerId="ADAL" clId="{0D037F4B-6A7D-4468-9189-045E8033F0BF}" dt="2025-08-26T19:01:41.913" v="143" actId="14100"/>
        <pc:sldMkLst>
          <pc:docMk/>
          <pc:sldMk cId="226543819" sldId="257"/>
        </pc:sldMkLst>
        <pc:spChg chg="mod">
          <ac:chgData name="Abdulrahman Samhan" userId="a27fdef2-9152-4a86-a46d-941a09402d9a" providerId="ADAL" clId="{0D037F4B-6A7D-4468-9189-045E8033F0BF}" dt="2025-08-26T19:01:37.795" v="142" actId="14100"/>
          <ac:spMkLst>
            <pc:docMk/>
            <pc:sldMk cId="226543819" sldId="257"/>
            <ac:spMk id="3" creationId="{61E854DF-850C-B2DA-AAAA-FFD6F4C79E1F}"/>
          </ac:spMkLst>
        </pc:spChg>
        <pc:spChg chg="mod">
          <ac:chgData name="Abdulrahman Samhan" userId="a27fdef2-9152-4a86-a46d-941a09402d9a" providerId="ADAL" clId="{0D037F4B-6A7D-4468-9189-045E8033F0BF}" dt="2025-08-26T19:01:32.436" v="140" actId="14100"/>
          <ac:spMkLst>
            <pc:docMk/>
            <pc:sldMk cId="226543819" sldId="257"/>
            <ac:spMk id="4" creationId="{D836F1CF-3593-FD8A-D3B1-A554AD041E11}"/>
          </ac:spMkLst>
        </pc:spChg>
        <pc:spChg chg="mod">
          <ac:chgData name="Abdulrahman Samhan" userId="a27fdef2-9152-4a86-a46d-941a09402d9a" providerId="ADAL" clId="{0D037F4B-6A7D-4468-9189-045E8033F0BF}" dt="2025-08-26T19:01:34.811" v="141" actId="14100"/>
          <ac:spMkLst>
            <pc:docMk/>
            <pc:sldMk cId="226543819" sldId="257"/>
            <ac:spMk id="6" creationId="{32787BE6-9B7C-168D-AF4C-67F4B8396909}"/>
          </ac:spMkLst>
        </pc:spChg>
        <pc:spChg chg="mod">
          <ac:chgData name="Abdulrahman Samhan" userId="a27fdef2-9152-4a86-a46d-941a09402d9a" providerId="ADAL" clId="{0D037F4B-6A7D-4468-9189-045E8033F0BF}" dt="2025-08-26T19:01:41.913" v="143" actId="14100"/>
          <ac:spMkLst>
            <pc:docMk/>
            <pc:sldMk cId="226543819" sldId="257"/>
            <ac:spMk id="8" creationId="{1AB2D15F-F6FE-295C-E167-B6D34798234F}"/>
          </ac:spMkLst>
        </pc:spChg>
      </pc:sldChg>
      <pc:sldChg chg="add del">
        <pc:chgData name="Abdulrahman Samhan" userId="a27fdef2-9152-4a86-a46d-941a09402d9a" providerId="ADAL" clId="{0D037F4B-6A7D-4468-9189-045E8033F0BF}" dt="2025-08-26T22:59:44.185" v="145" actId="2890"/>
        <pc:sldMkLst>
          <pc:docMk/>
          <pc:sldMk cId="2453272796" sldId="258"/>
        </pc:sldMkLst>
      </pc:sldChg>
      <pc:sldChg chg="delSp modSp add mod ord">
        <pc:chgData name="Abdulrahman Samhan" userId="a27fdef2-9152-4a86-a46d-941a09402d9a" providerId="ADAL" clId="{0D037F4B-6A7D-4468-9189-045E8033F0BF}" dt="2025-08-26T23:05:33.359" v="170" actId="1076"/>
        <pc:sldMkLst>
          <pc:docMk/>
          <pc:sldMk cId="3718840974" sldId="258"/>
        </pc:sldMkLst>
        <pc:spChg chg="mod">
          <ac:chgData name="Abdulrahman Samhan" userId="a27fdef2-9152-4a86-a46d-941a09402d9a" providerId="ADAL" clId="{0D037F4B-6A7D-4468-9189-045E8033F0BF}" dt="2025-08-26T23:05:33.359" v="170" actId="1076"/>
          <ac:spMkLst>
            <pc:docMk/>
            <pc:sldMk cId="3718840974" sldId="258"/>
            <ac:spMk id="3" creationId="{59E343D7-9100-0FA9-2E1F-8CE2AF00997A}"/>
          </ac:spMkLst>
        </pc:spChg>
        <pc:spChg chg="mod">
          <ac:chgData name="Abdulrahman Samhan" userId="a27fdef2-9152-4a86-a46d-941a09402d9a" providerId="ADAL" clId="{0D037F4B-6A7D-4468-9189-045E8033F0BF}" dt="2025-08-26T23:05:12.729" v="167" actId="14100"/>
          <ac:spMkLst>
            <pc:docMk/>
            <pc:sldMk cId="3718840974" sldId="258"/>
            <ac:spMk id="4" creationId="{62CA97DB-A97B-BADC-2D66-32831B77DD62}"/>
          </ac:spMkLst>
        </pc:spChg>
        <pc:spChg chg="mod">
          <ac:chgData name="Abdulrahman Samhan" userId="a27fdef2-9152-4a86-a46d-941a09402d9a" providerId="ADAL" clId="{0D037F4B-6A7D-4468-9189-045E8033F0BF}" dt="2025-08-26T23:05:09.957" v="166" actId="14100"/>
          <ac:spMkLst>
            <pc:docMk/>
            <pc:sldMk cId="3718840974" sldId="258"/>
            <ac:spMk id="5" creationId="{5DB2405C-CDF6-F9AF-FF8F-2422098710C6}"/>
          </ac:spMkLst>
        </pc:spChg>
        <pc:spChg chg="mod">
          <ac:chgData name="Abdulrahman Samhan" userId="a27fdef2-9152-4a86-a46d-941a09402d9a" providerId="ADAL" clId="{0D037F4B-6A7D-4468-9189-045E8033F0BF}" dt="2025-08-26T23:05:20.216" v="169" actId="14100"/>
          <ac:spMkLst>
            <pc:docMk/>
            <pc:sldMk cId="3718840974" sldId="258"/>
            <ac:spMk id="6" creationId="{64F339D8-8BB4-1BF5-E6B7-180937D5A0A9}"/>
          </ac:spMkLst>
        </pc:spChg>
        <pc:spChg chg="mod">
          <ac:chgData name="Abdulrahman Samhan" userId="a27fdef2-9152-4a86-a46d-941a09402d9a" providerId="ADAL" clId="{0D037F4B-6A7D-4468-9189-045E8033F0BF}" dt="2025-08-26T23:05:17.356" v="168" actId="14100"/>
          <ac:spMkLst>
            <pc:docMk/>
            <pc:sldMk cId="3718840974" sldId="258"/>
            <ac:spMk id="8" creationId="{82293C8C-75E4-B709-305C-326BD21EDAF3}"/>
          </ac:spMkLst>
        </pc:spChg>
      </pc:sldChg>
      <pc:sldChg chg="add">
        <pc:chgData name="Abdulrahman Samhan" userId="a27fdef2-9152-4a86-a46d-941a09402d9a" providerId="ADAL" clId="{0D037F4B-6A7D-4468-9189-045E8033F0BF}" dt="2025-08-27T12:45:45.310" v="171" actId="2890"/>
        <pc:sldMkLst>
          <pc:docMk/>
          <pc:sldMk cId="2871487863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6CD68-85D9-4846-8453-A30FD69CF19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F1374-92A5-4C9F-ACB6-1524F28B6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1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F1374-92A5-4C9F-ACB6-1524F28B65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6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C272-3E5A-C0B7-0AA7-F1A23B107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4EDF0-3E09-1D40-F9B3-4C40B4CE0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F3BE0-C767-2538-F75B-08DF8A47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B84CF-BD0A-5EA5-FE13-72B669F5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EF59A-3EB2-01AC-C34B-2015CDBA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2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0208-A924-C524-E5F5-C96BACE1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AC21-13FD-4F87-ACDA-96E5D341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EB174-E0E1-FC1E-4224-946705D3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37218-0A2A-395D-0E52-16636553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B82C0-A39E-5CDC-F742-5F867F62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3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F987-6EF4-1CAD-8545-DA9CBFEE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D1FA7-C2E5-C4F5-6D60-9561D979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B4C6B-073E-58DB-A2AE-AAB680ED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36CBC-42B2-A4BC-E000-0257CBDC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BC9B0-EE8A-D4C1-F4E7-387BE5F2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F3CC-EAB4-AEC9-DBD5-B43A9F2F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F1643-4D89-2B92-4FF8-3FBF7C3EF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180C6-A073-E57C-18F2-C08DD5169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89ABF-CD67-2424-E7FE-F4D092FB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0D792-4643-08F5-23BC-0DB2B942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6FF46-F43A-1D91-CEC0-A9090391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5A4A-2DF5-8431-FBB4-8493504A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D7664-6DA4-0E2B-BEC2-5D1E04F30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7C752-624D-DB7A-33D5-E642937CE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53A86-64B8-3D62-0E50-FE7EFE056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6E0C6-51C8-C5DE-81CF-A1E13418D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B1929-3B15-0CE8-BA3B-B4716FF8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48E5D-5EEA-25CE-46EE-B39CF8C5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1354B-FF17-A2CA-1D42-91CE6C8C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9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25DF-DE7A-610D-9019-E31AC493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64D6E-BE38-3856-603E-AF65078E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5A42-D423-2BB3-43B9-CCFCF65F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A13EF-F489-8978-FA07-EE9ADB62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3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F9DDA-0609-44C5-A10B-F4CC9053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1167D-FB93-68F2-85C4-50BA80F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D8918-EB51-7447-B6BE-7147F9AB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4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6BEC-D870-6F60-E566-1D72DB66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81826-795A-646F-5B6B-88D09F6BC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A2A9D-20CB-C119-85F2-186ABA08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0E60F-F343-DEE1-36BC-47615AC6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1AB36-68A6-103D-6C9A-A8D3B712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1F14A-D177-8CF4-93F3-031A68F0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8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F91B-D84F-6544-2812-FB85C83E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5B4E7-E5FE-EC59-1E4B-DC4BCFD12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15318-D276-641D-C3D1-50FD7899C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38834-850B-28B8-4119-B99A9AE5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74B5F-5A9B-A10E-A9AB-CC9E7C21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EE820-8F25-ECCF-1D47-FD21522A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0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86BE-DF28-796A-7501-DFFDB7A14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B037-3529-D311-975B-1B706A844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EB52C-8CFC-8434-E572-A43413C7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43D27-020A-DDF9-0B87-24F21E1B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F14FD-CD09-92CA-005B-B9D4EF0B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5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96CB6-5148-EDF0-C9C2-0988105C0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E1F4A-FBEC-1416-A57E-B6F0E1425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876EC-7950-654C-D7E6-A9987FF4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A0B88-4AA8-CB17-79F7-AE5D68A0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F427F-D635-7C3A-42CB-51B56688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4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67053-9276-66BD-5FE4-3264B23A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19FAE-D7EB-EECD-00C1-9868853B4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13409-A305-C1DB-B43D-A69612132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24532-3EA2-43B7-846A-90B4881843C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A562D-F900-B162-0168-C8A85BF5F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DC650-86A4-968F-16B4-54FDC4DE9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C3999-8FA0-4B24-BB0A-B5E71AEB1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2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18810-C67E-07DD-7E09-557DB8A9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5DBB62-41CD-0E9B-526E-11AD58FA9B15}"/>
              </a:ext>
            </a:extLst>
          </p:cNvPr>
          <p:cNvSpPr/>
          <p:nvPr/>
        </p:nvSpPr>
        <p:spPr>
          <a:xfrm>
            <a:off x="0" y="0"/>
            <a:ext cx="1756229" cy="6858000"/>
          </a:xfrm>
          <a:prstGeom prst="roundRect">
            <a:avLst>
              <a:gd name="adj" fmla="val 0"/>
            </a:avLst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7BA47E-9858-0938-64CA-CB994B900810}"/>
              </a:ext>
            </a:extLst>
          </p:cNvPr>
          <p:cNvSpPr/>
          <p:nvPr/>
        </p:nvSpPr>
        <p:spPr>
          <a:xfrm>
            <a:off x="1843314" y="523721"/>
            <a:ext cx="10227733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44FFF9-088F-CE0E-52F5-02A733E61037}"/>
              </a:ext>
            </a:extLst>
          </p:cNvPr>
          <p:cNvSpPr/>
          <p:nvPr/>
        </p:nvSpPr>
        <p:spPr>
          <a:xfrm>
            <a:off x="1843314" y="1514323"/>
            <a:ext cx="3972077" cy="2465009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49A7C1-5F65-FB0C-4BB0-0901FB4DCFEE}"/>
              </a:ext>
            </a:extLst>
          </p:cNvPr>
          <p:cNvSpPr/>
          <p:nvPr/>
        </p:nvSpPr>
        <p:spPr>
          <a:xfrm>
            <a:off x="5950858" y="1514323"/>
            <a:ext cx="6144380" cy="246501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55DEAB-B72C-09EB-FE1F-EDDC685EA124}"/>
              </a:ext>
            </a:extLst>
          </p:cNvPr>
          <p:cNvSpPr/>
          <p:nvPr/>
        </p:nvSpPr>
        <p:spPr>
          <a:xfrm>
            <a:off x="1891695" y="4102706"/>
            <a:ext cx="3947887" cy="2682723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B72688-7FD1-37CF-012E-FA834ED41057}"/>
              </a:ext>
            </a:extLst>
          </p:cNvPr>
          <p:cNvSpPr/>
          <p:nvPr/>
        </p:nvSpPr>
        <p:spPr>
          <a:xfrm>
            <a:off x="5950858" y="4102706"/>
            <a:ext cx="6144379" cy="2682724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red crescent moon with a green palm tree&#10;&#10;AI-generated content may be incorrect.">
            <a:extLst>
              <a:ext uri="{FF2B5EF4-FFF2-40B4-BE49-F238E27FC236}">
                <a16:creationId xmlns:a16="http://schemas.microsoft.com/office/drawing/2014/main" id="{B9170106-B451-4BF8-A942-69E644135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1" y="53219"/>
            <a:ext cx="1383006" cy="1185333"/>
          </a:xfrm>
          <a:prstGeom prst="flowChartConnector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148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9E54A-8FE0-E288-270A-753642CB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616C5B-B04E-0237-1701-14E614BB6B19}"/>
              </a:ext>
            </a:extLst>
          </p:cNvPr>
          <p:cNvSpPr/>
          <p:nvPr/>
        </p:nvSpPr>
        <p:spPr>
          <a:xfrm>
            <a:off x="0" y="0"/>
            <a:ext cx="1756229" cy="6858000"/>
          </a:xfrm>
          <a:prstGeom prst="roundRect">
            <a:avLst>
              <a:gd name="adj" fmla="val 0"/>
            </a:avLst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E854DF-850C-B2DA-AAAA-FFD6F4C79E1F}"/>
              </a:ext>
            </a:extLst>
          </p:cNvPr>
          <p:cNvSpPr/>
          <p:nvPr/>
        </p:nvSpPr>
        <p:spPr>
          <a:xfrm>
            <a:off x="1843314" y="462034"/>
            <a:ext cx="7044267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36F1CF-3593-FD8A-D3B1-A554AD041E11}"/>
              </a:ext>
            </a:extLst>
          </p:cNvPr>
          <p:cNvSpPr/>
          <p:nvPr/>
        </p:nvSpPr>
        <p:spPr>
          <a:xfrm>
            <a:off x="1843314" y="1514323"/>
            <a:ext cx="7044267" cy="2465009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787BE6-9B7C-168D-AF4C-67F4B8396909}"/>
              </a:ext>
            </a:extLst>
          </p:cNvPr>
          <p:cNvSpPr/>
          <p:nvPr/>
        </p:nvSpPr>
        <p:spPr>
          <a:xfrm>
            <a:off x="1891696" y="4102705"/>
            <a:ext cx="6995886" cy="2682723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B2D15F-F6FE-295C-E167-B6D34798234F}"/>
              </a:ext>
            </a:extLst>
          </p:cNvPr>
          <p:cNvSpPr/>
          <p:nvPr/>
        </p:nvSpPr>
        <p:spPr>
          <a:xfrm>
            <a:off x="8998857" y="120952"/>
            <a:ext cx="3125409" cy="6664476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red crescent moon with a green palm tree&#10;&#10;AI-generated content may be incorrect.">
            <a:extLst>
              <a:ext uri="{FF2B5EF4-FFF2-40B4-BE49-F238E27FC236}">
                <a16:creationId xmlns:a16="http://schemas.microsoft.com/office/drawing/2014/main" id="{1667A9C0-D243-4ED8-154D-CCD7C87B9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1" y="53219"/>
            <a:ext cx="1383006" cy="1185333"/>
          </a:xfrm>
          <a:prstGeom prst="flowChartConnector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54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436A4-ED66-9F17-F562-A848C19B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E343D7-9100-0FA9-2E1F-8CE2AF00997A}"/>
              </a:ext>
            </a:extLst>
          </p:cNvPr>
          <p:cNvSpPr/>
          <p:nvPr/>
        </p:nvSpPr>
        <p:spPr>
          <a:xfrm>
            <a:off x="96762" y="449941"/>
            <a:ext cx="11998475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CA97DB-A97B-BADC-2D66-32831B77DD62}"/>
              </a:ext>
            </a:extLst>
          </p:cNvPr>
          <p:cNvSpPr/>
          <p:nvPr/>
        </p:nvSpPr>
        <p:spPr>
          <a:xfrm>
            <a:off x="96763" y="1514324"/>
            <a:ext cx="5476723" cy="229325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B2405C-CDF6-F9AF-FF8F-2422098710C6}"/>
              </a:ext>
            </a:extLst>
          </p:cNvPr>
          <p:cNvSpPr/>
          <p:nvPr/>
        </p:nvSpPr>
        <p:spPr>
          <a:xfrm>
            <a:off x="5675087" y="1514323"/>
            <a:ext cx="6420152" cy="229325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F339D8-8BB4-1BF5-E6B7-180937D5A0A9}"/>
              </a:ext>
            </a:extLst>
          </p:cNvPr>
          <p:cNvSpPr/>
          <p:nvPr/>
        </p:nvSpPr>
        <p:spPr>
          <a:xfrm>
            <a:off x="96762" y="3943047"/>
            <a:ext cx="5476724" cy="2842381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293C8C-75E4-B709-305C-326BD21EDAF3}"/>
              </a:ext>
            </a:extLst>
          </p:cNvPr>
          <p:cNvSpPr/>
          <p:nvPr/>
        </p:nvSpPr>
        <p:spPr>
          <a:xfrm>
            <a:off x="5675086" y="3943048"/>
            <a:ext cx="6420151" cy="2842382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478896-BB8D-13A2-130E-A4C20233D779}"/>
              </a:ext>
            </a:extLst>
          </p:cNvPr>
          <p:cNvSpPr/>
          <p:nvPr/>
        </p:nvSpPr>
        <p:spPr>
          <a:xfrm>
            <a:off x="0" y="0"/>
            <a:ext cx="1756229" cy="6858000"/>
          </a:xfrm>
          <a:prstGeom prst="roundRect">
            <a:avLst>
              <a:gd name="adj" fmla="val 0"/>
            </a:avLst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96D06E-C41C-228C-F2CA-4351675B3E1C}"/>
              </a:ext>
            </a:extLst>
          </p:cNvPr>
          <p:cNvSpPr/>
          <p:nvPr/>
        </p:nvSpPr>
        <p:spPr>
          <a:xfrm>
            <a:off x="1843314" y="523721"/>
            <a:ext cx="10227733" cy="928915"/>
          </a:xfrm>
          <a:prstGeom prst="roundRect">
            <a:avLst/>
          </a:prstGeom>
          <a:solidFill>
            <a:srgbClr val="1B1F4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AD6827-2F66-FCFB-CCC3-F839068EF6E5}"/>
              </a:ext>
            </a:extLst>
          </p:cNvPr>
          <p:cNvSpPr/>
          <p:nvPr/>
        </p:nvSpPr>
        <p:spPr>
          <a:xfrm>
            <a:off x="1843314" y="1514323"/>
            <a:ext cx="5142896" cy="2465009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F8DC76-8E6B-570B-07B5-979F9D592784}"/>
              </a:ext>
            </a:extLst>
          </p:cNvPr>
          <p:cNvSpPr/>
          <p:nvPr/>
        </p:nvSpPr>
        <p:spPr>
          <a:xfrm>
            <a:off x="7073296" y="1514323"/>
            <a:ext cx="5021942" cy="246501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323D09-E61D-CAED-5891-2C4C7611C234}"/>
              </a:ext>
            </a:extLst>
          </p:cNvPr>
          <p:cNvSpPr/>
          <p:nvPr/>
        </p:nvSpPr>
        <p:spPr>
          <a:xfrm>
            <a:off x="1867504" y="4102706"/>
            <a:ext cx="10227733" cy="2682724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5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06054-E4D8-B4F8-A659-15E9000E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2A0F32-3EB1-33D5-5E52-EE80D0241F4D}"/>
              </a:ext>
            </a:extLst>
          </p:cNvPr>
          <p:cNvSpPr/>
          <p:nvPr/>
        </p:nvSpPr>
        <p:spPr>
          <a:xfrm>
            <a:off x="96762" y="449943"/>
            <a:ext cx="8432800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A9DF29-2F5F-AEC1-9B1C-0E6252DCCA68}"/>
              </a:ext>
            </a:extLst>
          </p:cNvPr>
          <p:cNvSpPr/>
          <p:nvPr/>
        </p:nvSpPr>
        <p:spPr>
          <a:xfrm>
            <a:off x="96763" y="1514324"/>
            <a:ext cx="4126893" cy="236582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844112-F863-897C-FD08-E1E570E74ACF}"/>
              </a:ext>
            </a:extLst>
          </p:cNvPr>
          <p:cNvSpPr/>
          <p:nvPr/>
        </p:nvSpPr>
        <p:spPr>
          <a:xfrm>
            <a:off x="8631162" y="720876"/>
            <a:ext cx="3512458" cy="6064551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AA6B7C-A959-0E4D-55CB-60875211A121}"/>
              </a:ext>
            </a:extLst>
          </p:cNvPr>
          <p:cNvSpPr/>
          <p:nvPr/>
        </p:nvSpPr>
        <p:spPr>
          <a:xfrm>
            <a:off x="96762" y="3996267"/>
            <a:ext cx="4126893" cy="2789161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BB1E95-DA22-0205-9236-AAD0767766DA}"/>
              </a:ext>
            </a:extLst>
          </p:cNvPr>
          <p:cNvSpPr/>
          <p:nvPr/>
        </p:nvSpPr>
        <p:spPr>
          <a:xfrm>
            <a:off x="4361543" y="3996267"/>
            <a:ext cx="4078515" cy="2789161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58429C-2A4C-B5DF-89E4-36A65AE84458}"/>
              </a:ext>
            </a:extLst>
          </p:cNvPr>
          <p:cNvSpPr/>
          <p:nvPr/>
        </p:nvSpPr>
        <p:spPr>
          <a:xfrm>
            <a:off x="4361543" y="1514323"/>
            <a:ext cx="4078515" cy="236582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1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2B580-D594-AB8E-0717-EDFF75F9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8B7BD3-81E8-395F-352B-1F1C10C27C74}"/>
              </a:ext>
            </a:extLst>
          </p:cNvPr>
          <p:cNvSpPr/>
          <p:nvPr/>
        </p:nvSpPr>
        <p:spPr>
          <a:xfrm>
            <a:off x="96762" y="442684"/>
            <a:ext cx="2670628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A6D961-4C74-6510-352A-F7CA2FAD3E6F}"/>
              </a:ext>
            </a:extLst>
          </p:cNvPr>
          <p:cNvSpPr/>
          <p:nvPr/>
        </p:nvSpPr>
        <p:spPr>
          <a:xfrm>
            <a:off x="96763" y="1514324"/>
            <a:ext cx="4694558" cy="263433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2B1A7C-A696-2D9A-3396-CE5E298B7370}"/>
              </a:ext>
            </a:extLst>
          </p:cNvPr>
          <p:cNvSpPr/>
          <p:nvPr/>
        </p:nvSpPr>
        <p:spPr>
          <a:xfrm>
            <a:off x="96762" y="4209143"/>
            <a:ext cx="4694559" cy="2576285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4E02B3-6DF5-5574-5CF2-1BE6D7574016}"/>
              </a:ext>
            </a:extLst>
          </p:cNvPr>
          <p:cNvSpPr/>
          <p:nvPr/>
        </p:nvSpPr>
        <p:spPr>
          <a:xfrm>
            <a:off x="4967108" y="4209143"/>
            <a:ext cx="4078515" cy="2576285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DEA507-DCFA-37E2-A7F6-DD73539344C3}"/>
              </a:ext>
            </a:extLst>
          </p:cNvPr>
          <p:cNvSpPr/>
          <p:nvPr/>
        </p:nvSpPr>
        <p:spPr>
          <a:xfrm>
            <a:off x="4967109" y="1514324"/>
            <a:ext cx="4078515" cy="263433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503C07-B161-304E-5EB3-0FA5E24D010A}"/>
              </a:ext>
            </a:extLst>
          </p:cNvPr>
          <p:cNvSpPr/>
          <p:nvPr/>
        </p:nvSpPr>
        <p:spPr>
          <a:xfrm>
            <a:off x="3206045" y="442684"/>
            <a:ext cx="2670628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49542C-4CAB-D602-08FA-585F8C68E141}"/>
              </a:ext>
            </a:extLst>
          </p:cNvPr>
          <p:cNvSpPr/>
          <p:nvPr/>
        </p:nvSpPr>
        <p:spPr>
          <a:xfrm>
            <a:off x="6315328" y="442684"/>
            <a:ext cx="2670628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79FE1A-B1FE-2802-7596-4764F3636EA9}"/>
              </a:ext>
            </a:extLst>
          </p:cNvPr>
          <p:cNvSpPr/>
          <p:nvPr/>
        </p:nvSpPr>
        <p:spPr>
          <a:xfrm>
            <a:off x="9424610" y="442684"/>
            <a:ext cx="2670628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B2C39D-E936-4262-AFB2-3A41DCC2B8C5}"/>
              </a:ext>
            </a:extLst>
          </p:cNvPr>
          <p:cNvSpPr/>
          <p:nvPr/>
        </p:nvSpPr>
        <p:spPr>
          <a:xfrm>
            <a:off x="9221410" y="1514325"/>
            <a:ext cx="2912534" cy="5271104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6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5A931-67FD-0F08-1B75-6D0683D1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686665-8D9E-1176-25B0-62D989DF60D6}"/>
              </a:ext>
            </a:extLst>
          </p:cNvPr>
          <p:cNvSpPr/>
          <p:nvPr/>
        </p:nvSpPr>
        <p:spPr>
          <a:xfrm>
            <a:off x="96761" y="442684"/>
            <a:ext cx="2873829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AF37A7-1F4F-C423-9273-69A5B040C258}"/>
              </a:ext>
            </a:extLst>
          </p:cNvPr>
          <p:cNvSpPr/>
          <p:nvPr/>
        </p:nvSpPr>
        <p:spPr>
          <a:xfrm>
            <a:off x="96763" y="1514324"/>
            <a:ext cx="4038357" cy="263433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79BE17-B396-F0E5-CBA2-6284A7C9C195}"/>
              </a:ext>
            </a:extLst>
          </p:cNvPr>
          <p:cNvSpPr/>
          <p:nvPr/>
        </p:nvSpPr>
        <p:spPr>
          <a:xfrm>
            <a:off x="96763" y="4209143"/>
            <a:ext cx="4038358" cy="2576285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C412F6-B046-ACCF-5C4A-E7CC6E101E0B}"/>
              </a:ext>
            </a:extLst>
          </p:cNvPr>
          <p:cNvSpPr/>
          <p:nvPr/>
        </p:nvSpPr>
        <p:spPr>
          <a:xfrm>
            <a:off x="4228496" y="4209143"/>
            <a:ext cx="7905448" cy="2576285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7E5E31-D735-EE61-97BB-5A9BE87AB798}"/>
              </a:ext>
            </a:extLst>
          </p:cNvPr>
          <p:cNvSpPr/>
          <p:nvPr/>
        </p:nvSpPr>
        <p:spPr>
          <a:xfrm>
            <a:off x="4228496" y="1514324"/>
            <a:ext cx="5138055" cy="2634338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1BAFA2-1C74-7A9B-1582-5CF9D8EEFB5D}"/>
              </a:ext>
            </a:extLst>
          </p:cNvPr>
          <p:cNvSpPr/>
          <p:nvPr/>
        </p:nvSpPr>
        <p:spPr>
          <a:xfrm>
            <a:off x="3116809" y="442684"/>
            <a:ext cx="2873828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A3D035-5FA1-8FF9-C8DE-73A78712D834}"/>
              </a:ext>
            </a:extLst>
          </p:cNvPr>
          <p:cNvSpPr/>
          <p:nvPr/>
        </p:nvSpPr>
        <p:spPr>
          <a:xfrm>
            <a:off x="6136856" y="442684"/>
            <a:ext cx="2906082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5211DA-9476-AA22-F02B-11FD67B6E8A5}"/>
              </a:ext>
            </a:extLst>
          </p:cNvPr>
          <p:cNvSpPr/>
          <p:nvPr/>
        </p:nvSpPr>
        <p:spPr>
          <a:xfrm>
            <a:off x="9189156" y="442684"/>
            <a:ext cx="2906082" cy="928915"/>
          </a:xfrm>
          <a:prstGeom prst="roundRect">
            <a:avLst/>
          </a:prstGeom>
          <a:solidFill>
            <a:srgbClr val="1B1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2B5B42-76EC-FBAD-96E0-5F42C6403F77}"/>
              </a:ext>
            </a:extLst>
          </p:cNvPr>
          <p:cNvSpPr/>
          <p:nvPr/>
        </p:nvSpPr>
        <p:spPr>
          <a:xfrm>
            <a:off x="9474200" y="1514325"/>
            <a:ext cx="2659744" cy="2634337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3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</Words>
  <Application>Microsoft Office PowerPoint</Application>
  <PresentationFormat>Widescreen</PresentationFormat>
  <Paragraphs>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Samhan</dc:creator>
  <cp:lastModifiedBy>Abdulrahman Samhan</cp:lastModifiedBy>
  <cp:revision>1</cp:revision>
  <dcterms:created xsi:type="dcterms:W3CDTF">2025-08-25T16:03:27Z</dcterms:created>
  <dcterms:modified xsi:type="dcterms:W3CDTF">2025-08-29T22:27:56Z</dcterms:modified>
</cp:coreProperties>
</file>